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9FE5E-FDFA-45AA-909D-2A8CB2F36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D2AF1D-93D6-1BCE-2961-CC0CA8D8FC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AAA1E-BAC9-25F2-AE78-397C34EFB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E1967-7618-4612-8896-ABE4A297B8E1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7AC3F-2D40-7E89-1F03-EA3DA0ACB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FDDAA-0DB6-C2A9-9509-951DCD824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D97D-BDB5-4911-9B1A-757E2550D1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8333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845C4-283A-CDFA-769F-94951C064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334C6-1C59-BE99-5E71-88DA95547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FB203-EF48-EC99-7F1B-A42E3AE94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E1967-7618-4612-8896-ABE4A297B8E1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146F5-501D-1CE8-B9B6-D447E7910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B1700-F3E1-E593-3EA4-B026D9784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D97D-BDB5-4911-9B1A-757E2550D1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3749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5082F-59D6-ED5D-AB66-D3D33DB98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CFF94-4797-89B6-435B-8109F047D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6FFE1-7FBD-322D-091D-F085BF9CA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E1967-7618-4612-8896-ABE4A297B8E1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0B714-F673-A53E-4BF6-1C21EE046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373D8-AA51-B7A3-3325-6EDD66554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D97D-BDB5-4911-9B1A-757E2550D1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3943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E877B-0F22-6EF5-CE7E-ED276ECB9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34B3E-A265-B4DC-7A87-75692A0367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C97244-5729-C9B8-C794-F917B2269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4B376-6944-1DC4-3249-C5E3AC3F2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E1967-7618-4612-8896-ABE4A297B8E1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6EF2F-5F36-85CE-36D9-E42C1126F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A09FAF-6C21-5ECD-3103-077245064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D97D-BDB5-4911-9B1A-757E2550D1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2506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D36F8-2C71-6156-8F0F-D9D838F7D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99385-0BE1-A4C0-DB43-0E9DDEFDD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C8ED6-336E-B74A-2B88-47128DD0F2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9571F-DFA2-4F63-04AB-AB77832E5B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21487F-BE1D-7D63-C3B3-C08BD656FD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259AEC-BD3A-4ADB-6F53-4FF4DE209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E1967-7618-4612-8896-ABE4A297B8E1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CA2929-E92A-4129-794C-E7815CEC0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19A7F-A18E-5EA5-6574-40BFD4D6C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D97D-BDB5-4911-9B1A-757E2550D1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6625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C5DFB-4373-890B-5957-B9D93FCC5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A9874D-1B19-E1EA-5853-3D295CEB9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E1967-7618-4612-8896-ABE4A297B8E1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737EA2-7DD2-A5D5-6EED-EB9A2C675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3895FA-4970-B62E-8A55-455754694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D97D-BDB5-4911-9B1A-757E2550D1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0469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03192B-C8FD-FFC3-38CA-8C67F7067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E1967-7618-4612-8896-ABE4A297B8E1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4A39E7-373A-984B-5894-1479FA66A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AA8F1-15AB-3EC7-ADC1-4B7A0D24B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D97D-BDB5-4911-9B1A-757E2550D1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148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DF0D0-D7A3-F000-3F0A-F33DBDF7F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FC838-2E7E-F27F-D2A2-626AFA01E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3ED130-38AC-416A-7E9A-B9E58320AB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A45E1-25F8-2B65-164A-2F48812AE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E1967-7618-4612-8896-ABE4A297B8E1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FBF661-6FA1-B198-3DC2-4D6060363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074F1-9A03-C347-ABD4-F233E25A0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D97D-BDB5-4911-9B1A-757E2550D1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3547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EAC4D-9287-92DD-751E-13EA6ECF2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38199E-9F33-0C14-AB00-1523E32CCF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9BCF5-83F2-A7E9-3355-DF0BE39AE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F9497-4BAC-FD67-4872-E83FCBA1D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E1967-7618-4612-8896-ABE4A297B8E1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7EB54E-4188-5D91-E3EC-FCE7C076C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A5054-D2DD-BBBD-A4AE-4225AB13C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D97D-BDB5-4911-9B1A-757E2550D1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252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FB92A-4556-7615-4E5E-66068CAC0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18925F-FDA8-F9E2-D647-805611F37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87036-CBC5-08A4-8C67-B6AAF1013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E1967-7618-4612-8896-ABE4A297B8E1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165DB-4EB5-45E6-D88C-E325EDAB7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4953D-60FF-DD44-338D-8770CDA34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D97D-BDB5-4911-9B1A-757E2550D1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552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058000-951F-CAFB-30E4-61B34267F2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B36F99-FDF2-A70F-3F58-F62D9457E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834DB-7684-671B-CD29-226DB22EF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E1967-7618-4612-8896-ABE4A297B8E1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06614-DAD7-7D47-1380-9B8DE7E57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70962-2FDF-DDD6-BA7B-BE8C1EE2E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D97D-BDB5-4911-9B1A-757E2550D1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6792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DA849C-9F9B-9A54-E845-5EF33C52A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2E334-9BDD-9FA3-2AB4-867D8E2F5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1BF1D-BBC3-51C7-C703-AF3E5A9972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6E1967-7618-4612-8896-ABE4A297B8E1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55E93-1B11-8873-A21D-7F117C723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00CF8-809A-009B-A782-20E9011442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14D97D-BDB5-4911-9B1A-757E2550D1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596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C4B8D-4D29-1680-22A1-AC092199C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04750-B743-C2B1-878E-40C06D050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err="1"/>
              <a:t>OpenMagMapper</a:t>
            </a:r>
            <a:r>
              <a:rPr lang="en-GB" dirty="0"/>
              <a:t> </a:t>
            </a:r>
            <a:br>
              <a:rPr lang="en-GB" dirty="0"/>
            </a:br>
            <a:r>
              <a:rPr lang="en-GB" sz="3200" dirty="0"/>
              <a:t>An open-source tool for handheld 3D magnetic vector field mapping</a:t>
            </a:r>
            <a:br>
              <a:rPr lang="en-GB" sz="3200" dirty="0"/>
            </a:b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8EB0DD-F9ED-2855-9809-C9347F36DF25}"/>
              </a:ext>
            </a:extLst>
          </p:cNvPr>
          <p:cNvSpPr txBox="1"/>
          <p:nvPr/>
        </p:nvSpPr>
        <p:spPr>
          <a:xfrm>
            <a:off x="8305800" y="7273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	</a:t>
            </a:r>
            <a:r>
              <a:rPr lang="en-GB" sz="2700" b="1" dirty="0"/>
              <a:t>Daniel Gallichan</a:t>
            </a:r>
            <a:endParaRPr lang="en-GB" b="1" dirty="0"/>
          </a:p>
        </p:txBody>
      </p:sp>
      <p:pic>
        <p:nvPicPr>
          <p:cNvPr id="6" name="Picture 5" descr="Image">
            <a:extLst>
              <a:ext uri="{FF2B5EF4-FFF2-40B4-BE49-F238E27FC236}">
                <a16:creationId xmlns:a16="http://schemas.microsoft.com/office/drawing/2014/main" id="{9D022EC7-FF84-2D2B-0F7D-754A57B9D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109" y="1247609"/>
            <a:ext cx="11120898" cy="33009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FA049A-9D8A-5BDC-DC32-073BFF3FA7D0}"/>
              </a:ext>
            </a:extLst>
          </p:cNvPr>
          <p:cNvSpPr txBox="1"/>
          <p:nvPr/>
        </p:nvSpPr>
        <p:spPr>
          <a:xfrm>
            <a:off x="1225560" y="4715136"/>
            <a:ext cx="935138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indent="-360363"/>
            <a:r>
              <a:rPr lang="en-GB" sz="2000" b="1" dirty="0"/>
              <a:t>Suggested potential opportunities for this project:</a:t>
            </a:r>
          </a:p>
          <a:p>
            <a:pPr marL="360363" indent="-360363"/>
            <a:r>
              <a:rPr lang="en-GB" dirty="0"/>
              <a:t>	-  Compelling visualisation of 3D vector fields in VR/AR – with animation?</a:t>
            </a:r>
          </a:p>
          <a:p>
            <a:pPr marL="360363" indent="-360363"/>
            <a:r>
              <a:rPr lang="en-GB" dirty="0"/>
              <a:t>	-  Direct smartphone integration – use native AR capabilities</a:t>
            </a:r>
          </a:p>
          <a:p>
            <a:pPr marL="360363" indent="-360363"/>
            <a:r>
              <a:rPr lang="en-GB" dirty="0"/>
              <a:t>	-  Validation of existing data – do the magnitudes and directions fit with theoretical values</a:t>
            </a:r>
          </a:p>
          <a:p>
            <a:pPr marL="360363" indent="-360363"/>
            <a:r>
              <a:rPr lang="en-GB" dirty="0"/>
              <a:t>	-  Design of the ‘probe wand’ for optimal tracking with simple fabrication (3D printing?)</a:t>
            </a:r>
          </a:p>
        </p:txBody>
      </p:sp>
    </p:spTree>
    <p:extLst>
      <p:ext uri="{BB962C8B-B14F-4D97-AF65-F5344CB8AC3E}">
        <p14:creationId xmlns:p14="http://schemas.microsoft.com/office/powerpoint/2010/main" val="2541050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db74b30-9568-4856-bdbf-06759778fcbc}" enabled="0" method="" siteId="{bdb74b30-9568-4856-bdbf-06759778fcb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84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OpenMagMapper  An open-source tool for handheld 3D magnetic vector field mapping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Gallichan</dc:creator>
  <cp:lastModifiedBy>Daniel Gallichan</cp:lastModifiedBy>
  <cp:revision>1</cp:revision>
  <dcterms:created xsi:type="dcterms:W3CDTF">2026-07-15T08:44:18Z</dcterms:created>
  <dcterms:modified xsi:type="dcterms:W3CDTF">2026-07-15T09:17:44Z</dcterms:modified>
</cp:coreProperties>
</file>