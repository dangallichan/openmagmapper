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1" r:id="rId4"/>
    <p:sldId id="258" r:id="rId5"/>
    <p:sldId id="259" r:id="rId6"/>
  </p:sldIdLst>
  <p:sldSz cx="6858000" cy="9906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DB080F-9D37-4B1F-8704-AC7567731A54}" v="1" dt="2026-07-17T08:51:15.289"/>
    <p1510:client id="{F224609E-913A-4451-8810-EB5EEB5A4649}" v="1" dt="2026-07-17T08:45:19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70" autoAdjust="0"/>
    <p:restoredTop sz="94660"/>
  </p:normalViewPr>
  <p:slideViewPr>
    <p:cSldViewPr snapToGrid="0">
      <p:cViewPr>
        <p:scale>
          <a:sx n="125" d="100"/>
          <a:sy n="125" d="100"/>
        </p:scale>
        <p:origin x="47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Gallichan" userId="273b4ad0-2be6-429c-ba74-145d33079e44" providerId="ADAL" clId="{7EA2E773-5E45-47B9-888A-DC30C4636348}"/>
    <pc:docChg chg="modSld">
      <pc:chgData name="Daniel Gallichan" userId="273b4ad0-2be6-429c-ba74-145d33079e44" providerId="ADAL" clId="{7EA2E773-5E45-47B9-888A-DC30C4636348}" dt="2026-07-17T08:51:44.189" v="49" actId="1076"/>
      <pc:docMkLst>
        <pc:docMk/>
      </pc:docMkLst>
      <pc:sldChg chg="addSp delSp modSp mod">
        <pc:chgData name="Daniel Gallichan" userId="273b4ad0-2be6-429c-ba74-145d33079e44" providerId="ADAL" clId="{7EA2E773-5E45-47B9-888A-DC30C4636348}" dt="2026-07-17T08:51:44.189" v="49" actId="1076"/>
        <pc:sldMkLst>
          <pc:docMk/>
          <pc:sldMk cId="3417185192" sldId="259"/>
        </pc:sldMkLst>
        <pc:spChg chg="add mod">
          <ac:chgData name="Daniel Gallichan" userId="273b4ad0-2be6-429c-ba74-145d33079e44" providerId="ADAL" clId="{7EA2E773-5E45-47B9-888A-DC30C4636348}" dt="2026-07-17T08:51:44.189" v="49" actId="1076"/>
          <ac:spMkLst>
            <pc:docMk/>
            <pc:sldMk cId="3417185192" sldId="259"/>
            <ac:spMk id="2" creationId="{1314306D-24B6-960D-1BB9-C68D2A73C388}"/>
          </ac:spMkLst>
        </pc:spChg>
        <pc:spChg chg="add del mod">
          <ac:chgData name="Daniel Gallichan" userId="273b4ad0-2be6-429c-ba74-145d33079e44" providerId="ADAL" clId="{7EA2E773-5E45-47B9-888A-DC30C4636348}" dt="2026-07-17T08:45:24.139" v="38"/>
          <ac:spMkLst>
            <pc:docMk/>
            <pc:sldMk cId="3417185192" sldId="259"/>
            <ac:spMk id="2" creationId="{75A5960F-2472-ACEF-BB1B-FD01094A2060}"/>
          </ac:spMkLst>
        </pc:spChg>
        <pc:spChg chg="mod">
          <ac:chgData name="Daniel Gallichan" userId="273b4ad0-2be6-429c-ba74-145d33079e44" providerId="ADAL" clId="{7EA2E773-5E45-47B9-888A-DC30C4636348}" dt="2026-07-17T08:43:56.892" v="35" actId="1036"/>
          <ac:spMkLst>
            <pc:docMk/>
            <pc:sldMk cId="3417185192" sldId="259"/>
            <ac:spMk id="22" creationId="{7270F28C-D694-0CBD-1F0A-C02E0D8C6335}"/>
          </ac:spMkLst>
        </pc:spChg>
        <pc:spChg chg="mod">
          <ac:chgData name="Daniel Gallichan" userId="273b4ad0-2be6-429c-ba74-145d33079e44" providerId="ADAL" clId="{7EA2E773-5E45-47B9-888A-DC30C4636348}" dt="2026-07-17T08:43:56.892" v="35" actId="1036"/>
          <ac:spMkLst>
            <pc:docMk/>
            <pc:sldMk cId="3417185192" sldId="259"/>
            <ac:spMk id="23" creationId="{ADA38575-1BDC-2D4A-81FF-8600C95F035C}"/>
          </ac:spMkLst>
        </pc:spChg>
        <pc:spChg chg="mod">
          <ac:chgData name="Daniel Gallichan" userId="273b4ad0-2be6-429c-ba74-145d33079e44" providerId="ADAL" clId="{7EA2E773-5E45-47B9-888A-DC30C4636348}" dt="2026-07-17T08:43:56.892" v="35" actId="1036"/>
          <ac:spMkLst>
            <pc:docMk/>
            <pc:sldMk cId="3417185192" sldId="259"/>
            <ac:spMk id="24" creationId="{67E71D27-B544-CC98-1E7F-E3EBB52C13D1}"/>
          </ac:spMkLst>
        </pc:spChg>
        <pc:spChg chg="mod">
          <ac:chgData name="Daniel Gallichan" userId="273b4ad0-2be6-429c-ba74-145d33079e44" providerId="ADAL" clId="{7EA2E773-5E45-47B9-888A-DC30C4636348}" dt="2026-07-17T08:43:56.892" v="35" actId="1036"/>
          <ac:spMkLst>
            <pc:docMk/>
            <pc:sldMk cId="3417185192" sldId="259"/>
            <ac:spMk id="25" creationId="{8106ECBC-E8A0-1CF4-E2C7-3B967C21B5D7}"/>
          </ac:spMkLst>
        </pc:spChg>
        <pc:spChg chg="mod">
          <ac:chgData name="Daniel Gallichan" userId="273b4ad0-2be6-429c-ba74-145d33079e44" providerId="ADAL" clId="{7EA2E773-5E45-47B9-888A-DC30C4636348}" dt="2026-07-17T08:43:56.892" v="35" actId="1036"/>
          <ac:spMkLst>
            <pc:docMk/>
            <pc:sldMk cId="3417185192" sldId="259"/>
            <ac:spMk id="26" creationId="{B5212B58-AEBE-0B4A-552F-373FD6677C5A}"/>
          </ac:spMkLst>
        </pc:spChg>
        <pc:spChg chg="mod">
          <ac:chgData name="Daniel Gallichan" userId="273b4ad0-2be6-429c-ba74-145d33079e44" providerId="ADAL" clId="{7EA2E773-5E45-47B9-888A-DC30C4636348}" dt="2026-07-17T08:43:56.892" v="35" actId="1036"/>
          <ac:spMkLst>
            <pc:docMk/>
            <pc:sldMk cId="3417185192" sldId="259"/>
            <ac:spMk id="27" creationId="{EAD83B29-1B16-4C2F-9561-3BA435F5CF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86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7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87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1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6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8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4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2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1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B3842-8698-4FF5-A4F2-421BF3A39FB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966F0-514D-4F34-8987-DB0B69401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0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13" Type="http://schemas.openxmlformats.org/officeDocument/2006/relationships/image" Target="../media/image6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5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4.svg"/><Relationship Id="rId5" Type="http://schemas.openxmlformats.org/officeDocument/2006/relationships/image" Target="../media/image10.svg"/><Relationship Id="rId10" Type="http://schemas.openxmlformats.org/officeDocument/2006/relationships/image" Target="../media/image3.svg"/><Relationship Id="rId4" Type="http://schemas.openxmlformats.org/officeDocument/2006/relationships/image" Target="../media/image9.svg"/><Relationship Id="rId9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7ED12-DEB9-0DA8-D722-9EA1D2B4EEC4}"/>
              </a:ext>
            </a:extLst>
          </p:cNvPr>
          <p:cNvSpPr txBox="1"/>
          <p:nvPr/>
        </p:nvSpPr>
        <p:spPr>
          <a:xfrm>
            <a:off x="3067361" y="772397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94-99, 4cm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348CD17-EC75-D97F-E48D-ADAC91B35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9000" y="2037063"/>
            <a:ext cx="1440000" cy="14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459D045-5D6A-6940-DA59-0A3441C7D7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8999" y="3837063"/>
            <a:ext cx="1440000" cy="14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9FBCD16-544A-94D7-C4DF-F417BA912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614" y="5637063"/>
            <a:ext cx="1440000" cy="14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1D6C772-26C4-13DF-69C0-0639C113D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3390" y="5637063"/>
            <a:ext cx="1440000" cy="14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7424A32-DDD1-F869-9D9F-E56A54FDD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4370" y="5637063"/>
            <a:ext cx="1440000" cy="14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A640B72-33F7-4FF1-0A15-EE96558D15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08999" y="7437063"/>
            <a:ext cx="1440000" cy="1440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1ACFB96-518B-001A-DC04-13C11B251F0B}"/>
              </a:ext>
            </a:extLst>
          </p:cNvPr>
          <p:cNvSpPr/>
          <p:nvPr/>
        </p:nvSpPr>
        <p:spPr>
          <a:xfrm>
            <a:off x="2484120" y="1857063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29AFED-1AEE-7EFC-9D19-043ACD56831C}"/>
              </a:ext>
            </a:extLst>
          </p:cNvPr>
          <p:cNvSpPr/>
          <p:nvPr/>
        </p:nvSpPr>
        <p:spPr>
          <a:xfrm>
            <a:off x="2484120" y="3657063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33A957-D9C7-2EC5-E5D0-5FCC4701DDF1}"/>
              </a:ext>
            </a:extLst>
          </p:cNvPr>
          <p:cNvSpPr/>
          <p:nvPr/>
        </p:nvSpPr>
        <p:spPr>
          <a:xfrm>
            <a:off x="593743" y="5457063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5E10E3-D12B-F5AA-5904-A9A9A911F135}"/>
              </a:ext>
            </a:extLst>
          </p:cNvPr>
          <p:cNvSpPr/>
          <p:nvPr/>
        </p:nvSpPr>
        <p:spPr>
          <a:xfrm>
            <a:off x="4373880" y="5457063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028033-F054-C280-0ED3-6EA728C75EDB}"/>
              </a:ext>
            </a:extLst>
          </p:cNvPr>
          <p:cNvSpPr/>
          <p:nvPr/>
        </p:nvSpPr>
        <p:spPr>
          <a:xfrm>
            <a:off x="2484120" y="5457063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543F18-93F1-C8C4-513A-E8C8B604D0E5}"/>
              </a:ext>
            </a:extLst>
          </p:cNvPr>
          <p:cNvSpPr/>
          <p:nvPr/>
        </p:nvSpPr>
        <p:spPr>
          <a:xfrm>
            <a:off x="2484120" y="7257063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403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7ED12-DEB9-0DA8-D722-9EA1D2B4EEC4}"/>
              </a:ext>
            </a:extLst>
          </p:cNvPr>
          <p:cNvSpPr txBox="1"/>
          <p:nvPr/>
        </p:nvSpPr>
        <p:spPr>
          <a:xfrm>
            <a:off x="2934122" y="448334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88-93, 4cm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D9B90A9-7F8C-E2BB-9418-BF6768674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9000" y="1533000"/>
            <a:ext cx="1440000" cy="14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0C3C3F9-B3EA-FABB-B74F-9A057B59F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000" y="3333000"/>
            <a:ext cx="1440000" cy="14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AB4A7A7-B30A-0DF5-E5C8-B0F2D3BE14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841" y="5133000"/>
            <a:ext cx="1440000" cy="14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FFA685A-33F7-AED0-A50A-CFF221A4D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4163" y="5133000"/>
            <a:ext cx="1440000" cy="14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DF70BF5-BF85-AEE4-4047-2D2DA1B56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2159" y="5133000"/>
            <a:ext cx="1440000" cy="14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D1B2241-7DBC-13DC-FE15-A34CE1D4C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09000" y="6933000"/>
            <a:ext cx="1440000" cy="144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A2B5707-FA43-7D61-3206-C890999A6879}"/>
              </a:ext>
            </a:extLst>
          </p:cNvPr>
          <p:cNvSpPr/>
          <p:nvPr/>
        </p:nvSpPr>
        <p:spPr>
          <a:xfrm>
            <a:off x="2484120" y="1353000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629EA9-E46B-8D20-4689-87947346CB98}"/>
              </a:ext>
            </a:extLst>
          </p:cNvPr>
          <p:cNvSpPr/>
          <p:nvPr/>
        </p:nvSpPr>
        <p:spPr>
          <a:xfrm>
            <a:off x="2484120" y="3153000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6840A5-9928-1622-E056-CACAC265B269}"/>
              </a:ext>
            </a:extLst>
          </p:cNvPr>
          <p:cNvSpPr/>
          <p:nvPr/>
        </p:nvSpPr>
        <p:spPr>
          <a:xfrm>
            <a:off x="593743" y="4953000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1A5C92-430B-7537-ED79-5753C8451420}"/>
              </a:ext>
            </a:extLst>
          </p:cNvPr>
          <p:cNvSpPr/>
          <p:nvPr/>
        </p:nvSpPr>
        <p:spPr>
          <a:xfrm>
            <a:off x="4373880" y="4953000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A20DB5-D9B2-6327-C4DB-FF4816317EA0}"/>
              </a:ext>
            </a:extLst>
          </p:cNvPr>
          <p:cNvSpPr/>
          <p:nvPr/>
        </p:nvSpPr>
        <p:spPr>
          <a:xfrm>
            <a:off x="2484120" y="4953000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C135A6-12DE-54A6-8AEA-8AA27C985E51}"/>
              </a:ext>
            </a:extLst>
          </p:cNvPr>
          <p:cNvSpPr/>
          <p:nvPr/>
        </p:nvSpPr>
        <p:spPr>
          <a:xfrm>
            <a:off x="2484120" y="6753000"/>
            <a:ext cx="1889760" cy="18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4085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7ED12-DEB9-0DA8-D722-9EA1D2B4EEC4}"/>
              </a:ext>
            </a:extLst>
          </p:cNvPr>
          <p:cNvSpPr txBox="1"/>
          <p:nvPr/>
        </p:nvSpPr>
        <p:spPr>
          <a:xfrm>
            <a:off x="2934122" y="448334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88-93, 2cm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7A3819-B894-2BAF-B526-8858BB3230FA}"/>
              </a:ext>
            </a:extLst>
          </p:cNvPr>
          <p:cNvGrpSpPr/>
          <p:nvPr/>
        </p:nvGrpSpPr>
        <p:grpSpPr>
          <a:xfrm>
            <a:off x="2057523" y="1026864"/>
            <a:ext cx="2835581" cy="3600000"/>
            <a:chOff x="591361" y="1353000"/>
            <a:chExt cx="5672279" cy="7200000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3677AEA-4787-58CF-1919-B60AD648E5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09000" y="1533000"/>
              <a:ext cx="1440000" cy="1440000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D5EB963-8DD2-24CC-7D95-5AEBCE92A6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09000" y="3333000"/>
              <a:ext cx="1440000" cy="1440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85F1985-24E9-5B76-612F-2CE466C24F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5841" y="5133000"/>
              <a:ext cx="1440000" cy="144000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5806555-F9B0-CB6F-876C-9A6957F09B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14163" y="5133000"/>
              <a:ext cx="1440000" cy="14400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C9D3101-F577-DF90-B106-B4762B183E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02159" y="5133000"/>
              <a:ext cx="1440000" cy="1440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F6AAF40-9139-82C3-1744-2DBE6820C3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09000" y="6933000"/>
              <a:ext cx="1440000" cy="14400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35B688-7BC1-EE1D-D213-207B7401E379}"/>
                </a:ext>
              </a:extLst>
            </p:cNvPr>
            <p:cNvSpPr/>
            <p:nvPr/>
          </p:nvSpPr>
          <p:spPr>
            <a:xfrm>
              <a:off x="2484120" y="1353000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FB4BC18-4E0E-584A-9132-420544E7AC5E}"/>
                </a:ext>
              </a:extLst>
            </p:cNvPr>
            <p:cNvSpPr/>
            <p:nvPr/>
          </p:nvSpPr>
          <p:spPr>
            <a:xfrm>
              <a:off x="2484120" y="3153000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365473-F1F8-9450-9433-FA5545DF4F6D}"/>
                </a:ext>
              </a:extLst>
            </p:cNvPr>
            <p:cNvSpPr/>
            <p:nvPr/>
          </p:nvSpPr>
          <p:spPr>
            <a:xfrm>
              <a:off x="591361" y="4953000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99EC38A-0684-D8F1-7545-D59CCB5F8A47}"/>
                </a:ext>
              </a:extLst>
            </p:cNvPr>
            <p:cNvSpPr/>
            <p:nvPr/>
          </p:nvSpPr>
          <p:spPr>
            <a:xfrm>
              <a:off x="4373880" y="4953000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091259-6FA2-37F0-6501-32F65C05A26E}"/>
                </a:ext>
              </a:extLst>
            </p:cNvPr>
            <p:cNvSpPr/>
            <p:nvPr/>
          </p:nvSpPr>
          <p:spPr>
            <a:xfrm>
              <a:off x="2484120" y="4953000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E642D40-BF58-A8B3-C1CC-882A11D1393F}"/>
                </a:ext>
              </a:extLst>
            </p:cNvPr>
            <p:cNvSpPr/>
            <p:nvPr/>
          </p:nvSpPr>
          <p:spPr>
            <a:xfrm>
              <a:off x="2484120" y="6753000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0CF2B8-4460-BDA9-48BC-D07A088F4EFD}"/>
              </a:ext>
            </a:extLst>
          </p:cNvPr>
          <p:cNvGrpSpPr/>
          <p:nvPr/>
        </p:nvGrpSpPr>
        <p:grpSpPr>
          <a:xfrm>
            <a:off x="2057523" y="5736062"/>
            <a:ext cx="2833200" cy="3600000"/>
            <a:chOff x="593743" y="1857063"/>
            <a:chExt cx="5669897" cy="7200000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C6EB1EFF-43A2-BA55-2EDF-3441655BA1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709000" y="2037063"/>
              <a:ext cx="1440000" cy="1440000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9301B7D8-FECA-56BD-D662-7421FA2346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08999" y="3837063"/>
              <a:ext cx="1440000" cy="14400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7790FEE6-39E9-4EFE-3DDB-175E96D061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6614" y="5637063"/>
              <a:ext cx="1440000" cy="1440000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245F2C43-1EB7-8C97-152C-6B111EBFF5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713390" y="5637063"/>
              <a:ext cx="1440000" cy="14400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06A40E37-C501-A1B0-A267-32DDC21913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94370" y="5637063"/>
              <a:ext cx="1440000" cy="1440000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FB76FA87-4309-3C4B-87BE-8DE5E88619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08999" y="7437063"/>
              <a:ext cx="1440000" cy="1440000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92B3AF-D52A-47BE-0C62-8A4699CDBBC4}"/>
                </a:ext>
              </a:extLst>
            </p:cNvPr>
            <p:cNvSpPr/>
            <p:nvPr/>
          </p:nvSpPr>
          <p:spPr>
            <a:xfrm>
              <a:off x="2484120" y="1857063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1CB7A9E-9C70-CD26-CCC4-B5136AF8082E}"/>
                </a:ext>
              </a:extLst>
            </p:cNvPr>
            <p:cNvSpPr/>
            <p:nvPr/>
          </p:nvSpPr>
          <p:spPr>
            <a:xfrm>
              <a:off x="2484120" y="3657063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FBEDD16-D4A3-39DE-01BE-7CEDC07DC844}"/>
                </a:ext>
              </a:extLst>
            </p:cNvPr>
            <p:cNvSpPr/>
            <p:nvPr/>
          </p:nvSpPr>
          <p:spPr>
            <a:xfrm>
              <a:off x="593743" y="5457063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05082CC-A279-6760-0171-5EB262EF8DC4}"/>
                </a:ext>
              </a:extLst>
            </p:cNvPr>
            <p:cNvSpPr/>
            <p:nvPr/>
          </p:nvSpPr>
          <p:spPr>
            <a:xfrm>
              <a:off x="4373880" y="5457063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EBD0FA1-C7D8-0DB4-EBB2-9DCA9DAF0C00}"/>
                </a:ext>
              </a:extLst>
            </p:cNvPr>
            <p:cNvSpPr/>
            <p:nvPr/>
          </p:nvSpPr>
          <p:spPr>
            <a:xfrm>
              <a:off x="2484120" y="5457063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546107-1F1F-6833-A15B-138F5D1E6A32}"/>
                </a:ext>
              </a:extLst>
            </p:cNvPr>
            <p:cNvSpPr/>
            <p:nvPr/>
          </p:nvSpPr>
          <p:spPr>
            <a:xfrm>
              <a:off x="2484120" y="7257063"/>
              <a:ext cx="1889760" cy="180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noFill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BD3FF6C-0FE5-7894-7446-DCC605E4A862}"/>
              </a:ext>
            </a:extLst>
          </p:cNvPr>
          <p:cNvSpPr txBox="1"/>
          <p:nvPr/>
        </p:nvSpPr>
        <p:spPr>
          <a:xfrm>
            <a:off x="2934122" y="5177528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94-99, 2cm</a:t>
            </a:r>
          </a:p>
        </p:txBody>
      </p:sp>
    </p:spTree>
    <p:extLst>
      <p:ext uri="{BB962C8B-B14F-4D97-AF65-F5344CB8AC3E}">
        <p14:creationId xmlns:p14="http://schemas.microsoft.com/office/powerpoint/2010/main" val="43209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978AE82-BA87-4D38-99C0-1718B48ADB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550" y="689430"/>
            <a:ext cx="2880000" cy="2880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448D0FE-5CDE-D838-B398-DF8A52D08B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1535" y="689430"/>
            <a:ext cx="2880000" cy="288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28F18DD-1BC6-F93D-C649-0A9E8514FC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1535" y="5697495"/>
            <a:ext cx="2880000" cy="288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AC49B4A-73B0-3747-53E2-BF192B8852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550" y="5697495"/>
            <a:ext cx="2880000" cy="288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8BCA06-00CE-0BBA-69B9-019D34188EB3}"/>
              </a:ext>
            </a:extLst>
          </p:cNvPr>
          <p:cNvSpPr txBox="1"/>
          <p:nvPr/>
        </p:nvSpPr>
        <p:spPr>
          <a:xfrm>
            <a:off x="2939323" y="35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50CB26-2DBE-841F-14DF-1C32E21580F8}"/>
              </a:ext>
            </a:extLst>
          </p:cNvPr>
          <p:cNvSpPr txBox="1"/>
          <p:nvPr/>
        </p:nvSpPr>
        <p:spPr>
          <a:xfrm>
            <a:off x="6309849" y="35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FFBBA-4C9D-D2C3-BDDC-52CEA68413CF}"/>
              </a:ext>
            </a:extLst>
          </p:cNvPr>
          <p:cNvSpPr txBox="1"/>
          <p:nvPr/>
        </p:nvSpPr>
        <p:spPr>
          <a:xfrm>
            <a:off x="2939323" y="8577495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ECC0B3-2D27-8E37-B059-CB03076B11DE}"/>
              </a:ext>
            </a:extLst>
          </p:cNvPr>
          <p:cNvSpPr txBox="1"/>
          <p:nvPr/>
        </p:nvSpPr>
        <p:spPr>
          <a:xfrm>
            <a:off x="6309849" y="8577495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98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584B2289-7FEC-264E-5F3E-AFD1D4682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3283" y="1277085"/>
            <a:ext cx="1440000" cy="14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D1CC1B-A2E8-E6F9-F631-663E65C1D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2125" y="1277085"/>
            <a:ext cx="1440000" cy="14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AF5BB35-2B29-889A-DF7B-5F83902B9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283" y="4019764"/>
            <a:ext cx="1440000" cy="14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94AB18-0E22-443A-F410-D79ADE024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2125" y="4019764"/>
            <a:ext cx="1440000" cy="14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E340B57-5416-B268-2124-B82773C7A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283" y="6762444"/>
            <a:ext cx="1440000" cy="144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46D41AE-9A06-FE8D-CA8F-EF66EBDD67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2125" y="6762444"/>
            <a:ext cx="1440000" cy="144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270F28C-D694-0CBD-1F0A-C02E0D8C6335}"/>
              </a:ext>
            </a:extLst>
          </p:cNvPr>
          <p:cNvSpPr txBox="1"/>
          <p:nvPr/>
        </p:nvSpPr>
        <p:spPr>
          <a:xfrm>
            <a:off x="4812933" y="2782553"/>
            <a:ext cx="435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95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A38575-1BDC-2D4A-81FF-8600C95F035C}"/>
              </a:ext>
            </a:extLst>
          </p:cNvPr>
          <p:cNvSpPr txBox="1"/>
          <p:nvPr/>
        </p:nvSpPr>
        <p:spPr>
          <a:xfrm>
            <a:off x="1673004" y="2782553"/>
            <a:ext cx="435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94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E71D27-B544-CC98-1E7F-E3EBB52C13D1}"/>
              </a:ext>
            </a:extLst>
          </p:cNvPr>
          <p:cNvSpPr txBox="1"/>
          <p:nvPr/>
        </p:nvSpPr>
        <p:spPr>
          <a:xfrm>
            <a:off x="4812933" y="5530313"/>
            <a:ext cx="435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97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06ECBC-E8A0-1CF4-E2C7-3B967C21B5D7}"/>
              </a:ext>
            </a:extLst>
          </p:cNvPr>
          <p:cNvSpPr txBox="1"/>
          <p:nvPr/>
        </p:nvSpPr>
        <p:spPr>
          <a:xfrm>
            <a:off x="1673004" y="5530313"/>
            <a:ext cx="435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96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212B58-AEBE-0B4A-552F-373FD6677C5A}"/>
              </a:ext>
            </a:extLst>
          </p:cNvPr>
          <p:cNvSpPr txBox="1"/>
          <p:nvPr/>
        </p:nvSpPr>
        <p:spPr>
          <a:xfrm>
            <a:off x="4812933" y="8272993"/>
            <a:ext cx="435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99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D83B29-1B16-4C2F-9561-3BA435F5CF5A}"/>
              </a:ext>
            </a:extLst>
          </p:cNvPr>
          <p:cNvSpPr txBox="1"/>
          <p:nvPr/>
        </p:nvSpPr>
        <p:spPr>
          <a:xfrm>
            <a:off x="1673004" y="8272993"/>
            <a:ext cx="435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98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14306D-24B6-960D-1BB9-C68D2A73C388}"/>
              </a:ext>
            </a:extLst>
          </p:cNvPr>
          <p:cNvSpPr txBox="1"/>
          <p:nvPr/>
        </p:nvSpPr>
        <p:spPr>
          <a:xfrm>
            <a:off x="5628885" y="9398444"/>
            <a:ext cx="913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Table94</a:t>
            </a:r>
          </a:p>
        </p:txBody>
      </p:sp>
    </p:spTree>
    <p:extLst>
      <p:ext uri="{BB962C8B-B14F-4D97-AF65-F5344CB8AC3E}">
        <p14:creationId xmlns:p14="http://schemas.microsoft.com/office/powerpoint/2010/main" val="341718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db74b30-9568-4856-bdbf-06759778fcbc}" enabled="0" method="" siteId="{bdb74b30-9568-4856-bdbf-06759778fc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23</Words>
  <Application>Microsoft Office PowerPoint</Application>
  <PresentationFormat>A4 Paper (210x297 mm)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Gallichan</dc:creator>
  <cp:lastModifiedBy>Daniel Gallichan</cp:lastModifiedBy>
  <cp:revision>1</cp:revision>
  <cp:lastPrinted>2024-05-16T09:19:23Z</cp:lastPrinted>
  <dcterms:created xsi:type="dcterms:W3CDTF">2022-08-09T10:12:50Z</dcterms:created>
  <dcterms:modified xsi:type="dcterms:W3CDTF">2026-07-17T08:51:51Z</dcterms:modified>
</cp:coreProperties>
</file>